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7A8C"/>
                </a:solidFill>
              </a:rPr>
              <a:t>Healthy Medical Solutions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66666"/>
                </a:solidFill>
              </a:rPr>
              <a:t>Bedrijfsprofiel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Gespecialiseerd in medische apparatuur en health producten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7A8C"/>
                </a:solidFill>
              </a:rPr>
              <a:t>Onze Producten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• Diagnostische apparatuur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• Therapeutische apparaten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• Consumables en disposables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• Software oplossingen voor gezondheidszorg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7A8C"/>
                </a:solidFill>
              </a:rPr>
              <a:t>Certificeringen &amp; Kwaliteit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7D32"/>
                </a:solidFill>
              </a:rPr>
              <a:t>CE Markering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0" y="16459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7D32"/>
                </a:solidFill>
              </a:rPr>
              <a:t>ISO 13485:2016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7D32"/>
                </a:solidFill>
              </a:rPr>
              <a:t>FDA Approved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029200" y="25603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7D32"/>
                </a:solidFill>
              </a:rPr>
              <a:t>MDR Compliant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7A8C"/>
                </a:solidFill>
              </a:rPr>
              <a:t>Doelmarkten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Europa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2103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• Nederland, België, Duitsland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• Frankrijk, Verenigd Koninkrijk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Noord-Amerika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3657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• Verenigde Staten, Canada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7A8C"/>
                </a:solidFill>
              </a:rPr>
              <a:t>Belangrijkste Kenmerken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✓ Innovatieve technologie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✓ Breed productassortiment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✓ Sterke marktpositie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✓ Betrouwbare kwaliteit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✓ Uitstekende klantenservice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2025-12-02T10:07:49Z</dcterms:created>
  <dcterms:modified xsi:type="dcterms:W3CDTF">2025-12-02T10:07:49Z</dcterms:modified>
</cp:coreProperties>
</file>