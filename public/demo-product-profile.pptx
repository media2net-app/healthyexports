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8C"/>
                </a:solidFill>
              </a:rPr>
              <a:t>MediScan Pro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Diagnostisch Medisch Apparaat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Geavanceerde medische beeldvorming voor professionals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Product Kenmerken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Hoge resolutie beeldkwaliteit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Draagbaar en gebruiksvriendelijk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Cloud connectiviteit voor data opslag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AI-ondersteunde diagnose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Multi-linguaal interface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Technische Specificaties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Afmetingen: 30 x 25 x 15 cm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Gewicht: 3.5 kg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Resolutie: 1920 x 1080 pixels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2286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Batterij: 8 uur werkend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Connectiviteit: WiFi, Bluetooth, USB-C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Toepassingen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Ziekenhuizen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Klinieken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Huisartsenpraktijken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23774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Ambulante zorg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Onderzoeksinstellingen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A8C"/>
                </a:solidFill>
              </a:rPr>
              <a:t>Certificeringen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CE Markering (Class IIa)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ISO 13485:2016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FDA 510(k) Cleared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0" y="2560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MDR Compliant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2025-12-02T10:08:35Z</dcterms:created>
  <dcterms:modified xsi:type="dcterms:W3CDTF">2025-12-02T10:08:35Z</dcterms:modified>
</cp:coreProperties>
</file>